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8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3006" y="78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FE16-18C1-4F3D-B002-DD1412DDEE3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808A-81D8-4AE1-812D-E35D6276F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27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FE16-18C1-4F3D-B002-DD1412DDEE3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808A-81D8-4AE1-812D-E35D6276F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51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FE16-18C1-4F3D-B002-DD1412DDEE3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808A-81D8-4AE1-812D-E35D6276F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1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FE16-18C1-4F3D-B002-DD1412DDEE3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808A-81D8-4AE1-812D-E35D6276F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202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FE16-18C1-4F3D-B002-DD1412DDEE3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808A-81D8-4AE1-812D-E35D6276F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68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FE16-18C1-4F3D-B002-DD1412DDEE3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808A-81D8-4AE1-812D-E35D6276F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27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FE16-18C1-4F3D-B002-DD1412DDEE3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808A-81D8-4AE1-812D-E35D6276F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53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FE16-18C1-4F3D-B002-DD1412DDEE3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808A-81D8-4AE1-812D-E35D6276F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92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FE16-18C1-4F3D-B002-DD1412DDEE3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808A-81D8-4AE1-812D-E35D6276F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42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FE16-18C1-4F3D-B002-DD1412DDEE3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808A-81D8-4AE1-812D-E35D6276F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228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FE16-18C1-4F3D-B002-DD1412DDEE3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808A-81D8-4AE1-812D-E35D6276F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208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FE16-18C1-4F3D-B002-DD1412DDEE3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3808A-81D8-4AE1-812D-E35D6276F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52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D550E-BBB0-4839-9556-58D19B1FCDE2}"/>
              </a:ext>
            </a:extLst>
          </p:cNvPr>
          <p:cNvSpPr txBox="1"/>
          <p:nvPr/>
        </p:nvSpPr>
        <p:spPr>
          <a:xfrm>
            <a:off x="309282" y="443753"/>
            <a:ext cx="3361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spc="600" dirty="0">
                <a:solidFill>
                  <a:srgbClr val="00B0F0"/>
                </a:solidFill>
                <a:latin typeface="Bahnschrift" panose="020B0502040204020203" pitchFamily="34" charset="0"/>
              </a:rPr>
              <a:t> PHYSICS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AE8B5-ABE5-4D2B-8386-7249474D9729}"/>
              </a:ext>
            </a:extLst>
          </p:cNvPr>
          <p:cNvSpPr txBox="1"/>
          <p:nvPr/>
        </p:nvSpPr>
        <p:spPr>
          <a:xfrm>
            <a:off x="2245659" y="443753"/>
            <a:ext cx="2689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spc="600" dirty="0">
                <a:solidFill>
                  <a:srgbClr val="92D050"/>
                </a:solidFill>
                <a:latin typeface="Bahnschrift" panose="020B0502040204020203" pitchFamily="34" charset="0"/>
              </a:rPr>
              <a:t>CHEMISTRY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3D8F8-7FD3-4612-A139-5441C2A328B1}"/>
              </a:ext>
            </a:extLst>
          </p:cNvPr>
          <p:cNvSpPr txBox="1"/>
          <p:nvPr/>
        </p:nvSpPr>
        <p:spPr>
          <a:xfrm>
            <a:off x="4666129" y="443753"/>
            <a:ext cx="2584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spc="300" dirty="0">
                <a:solidFill>
                  <a:srgbClr val="FFC000"/>
                </a:solidFill>
                <a:latin typeface="Bahnschrift" panose="020B0502040204020203" pitchFamily="34" charset="0"/>
              </a:rPr>
              <a:t> MATHEMATICS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371138-FCE8-4DF6-8CD4-152C01807FA1}"/>
              </a:ext>
            </a:extLst>
          </p:cNvPr>
          <p:cNvSpPr/>
          <p:nvPr/>
        </p:nvSpPr>
        <p:spPr>
          <a:xfrm>
            <a:off x="309282" y="443753"/>
            <a:ext cx="6941111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0DB29A-0E6C-49BC-B50A-44F2FCE77BAD}"/>
              </a:ext>
            </a:extLst>
          </p:cNvPr>
          <p:cNvCxnSpPr/>
          <p:nvPr/>
        </p:nvCxnSpPr>
        <p:spPr>
          <a:xfrm>
            <a:off x="2151529" y="443753"/>
            <a:ext cx="0" cy="4001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CECCF0-C890-4902-B0B8-0D8CC96384FD}"/>
              </a:ext>
            </a:extLst>
          </p:cNvPr>
          <p:cNvCxnSpPr/>
          <p:nvPr/>
        </p:nvCxnSpPr>
        <p:spPr>
          <a:xfrm>
            <a:off x="4477871" y="443753"/>
            <a:ext cx="0" cy="4001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E6B7778-CEA5-4338-9B92-723089C16030}"/>
              </a:ext>
            </a:extLst>
          </p:cNvPr>
          <p:cNvSpPr/>
          <p:nvPr/>
        </p:nvSpPr>
        <p:spPr>
          <a:xfrm>
            <a:off x="309281" y="997444"/>
            <a:ext cx="6941111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A6DCD8-6C24-43CA-8809-6D86EECBDD7E}"/>
              </a:ext>
            </a:extLst>
          </p:cNvPr>
          <p:cNvSpPr txBox="1"/>
          <p:nvPr/>
        </p:nvSpPr>
        <p:spPr>
          <a:xfrm>
            <a:off x="403412" y="997444"/>
            <a:ext cx="1842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spc="600" dirty="0">
                <a:solidFill>
                  <a:srgbClr val="FF0000"/>
                </a:solidFill>
                <a:latin typeface="Bahnschrift" panose="020B0502040204020203" pitchFamily="34" charset="0"/>
              </a:rPr>
              <a:t>BIOLOGY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2B7DEF-6F58-44F8-9127-CF32785B0648}"/>
              </a:ext>
            </a:extLst>
          </p:cNvPr>
          <p:cNvSpPr txBox="1"/>
          <p:nvPr/>
        </p:nvSpPr>
        <p:spPr>
          <a:xfrm>
            <a:off x="2245656" y="997444"/>
            <a:ext cx="2232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spc="600" dirty="0">
                <a:solidFill>
                  <a:srgbClr val="9933FF"/>
                </a:solidFill>
                <a:latin typeface="Bahnschrift" panose="020B0502040204020203" pitchFamily="34" charset="0"/>
              </a:rPr>
              <a:t>ENGLISH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409D38-0303-4754-A7FA-A7A0DB59BF75}"/>
              </a:ext>
            </a:extLst>
          </p:cNvPr>
          <p:cNvSpPr txBox="1"/>
          <p:nvPr/>
        </p:nvSpPr>
        <p:spPr>
          <a:xfrm>
            <a:off x="4087905" y="997444"/>
            <a:ext cx="3256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spc="300" dirty="0">
                <a:solidFill>
                  <a:srgbClr val="00B0F0"/>
                </a:solidFill>
                <a:latin typeface="Bahnschrift" panose="020B0502040204020203" pitchFamily="34" charset="0"/>
              </a:rPr>
              <a:t>  SOCIAL SCIENCE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4C2B63-58B8-4AAE-B010-A7141C8137BC}"/>
              </a:ext>
            </a:extLst>
          </p:cNvPr>
          <p:cNvCxnSpPr>
            <a:cxnSpLocks/>
          </p:cNvCxnSpPr>
          <p:nvPr/>
        </p:nvCxnSpPr>
        <p:spPr>
          <a:xfrm>
            <a:off x="4061011" y="997444"/>
            <a:ext cx="0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F541C67-FBA8-4756-A50F-8A434B9B25F1}"/>
              </a:ext>
            </a:extLst>
          </p:cNvPr>
          <p:cNvCxnSpPr/>
          <p:nvPr/>
        </p:nvCxnSpPr>
        <p:spPr>
          <a:xfrm>
            <a:off x="2151529" y="997444"/>
            <a:ext cx="0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A09C8F5-5B27-4454-BF55-1A7FE7515823}"/>
              </a:ext>
            </a:extLst>
          </p:cNvPr>
          <p:cNvSpPr txBox="1"/>
          <p:nvPr/>
        </p:nvSpPr>
        <p:spPr>
          <a:xfrm>
            <a:off x="309282" y="1671918"/>
            <a:ext cx="3361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spc="600" dirty="0">
                <a:solidFill>
                  <a:srgbClr val="92D050"/>
                </a:solidFill>
                <a:latin typeface="Bahnschrift" panose="020B0502040204020203" pitchFamily="34" charset="0"/>
              </a:rPr>
              <a:t>COMMERCE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A7A28D-1F5F-4280-A9DA-CF8E375BFAFD}"/>
              </a:ext>
            </a:extLst>
          </p:cNvPr>
          <p:cNvSpPr txBox="1"/>
          <p:nvPr/>
        </p:nvSpPr>
        <p:spPr>
          <a:xfrm>
            <a:off x="2245659" y="1671918"/>
            <a:ext cx="2689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spc="600" dirty="0">
                <a:solidFill>
                  <a:srgbClr val="FFC000"/>
                </a:solidFill>
                <a:latin typeface="Bahnschrift" panose="020B0502040204020203" pitchFamily="34" charset="0"/>
              </a:rPr>
              <a:t>     ARTS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A354DA-319E-49C3-BE17-54A994E2CFD3}"/>
              </a:ext>
            </a:extLst>
          </p:cNvPr>
          <p:cNvSpPr txBox="1"/>
          <p:nvPr/>
        </p:nvSpPr>
        <p:spPr>
          <a:xfrm>
            <a:off x="4666129" y="1671918"/>
            <a:ext cx="2584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spc="300" dirty="0">
                <a:solidFill>
                  <a:srgbClr val="FFC000"/>
                </a:solidFill>
                <a:latin typeface="Bahnschrift" panose="020B0502040204020203" pitchFamily="34" charset="0"/>
              </a:rPr>
              <a:t>  HUMANITIES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B4EC2D-BD94-44EB-88B9-749808AD6156}"/>
              </a:ext>
            </a:extLst>
          </p:cNvPr>
          <p:cNvSpPr/>
          <p:nvPr/>
        </p:nvSpPr>
        <p:spPr>
          <a:xfrm>
            <a:off x="309282" y="1671918"/>
            <a:ext cx="6941111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12686DD-4273-409F-A16A-BF53B6793F6C}"/>
              </a:ext>
            </a:extLst>
          </p:cNvPr>
          <p:cNvCxnSpPr/>
          <p:nvPr/>
        </p:nvCxnSpPr>
        <p:spPr>
          <a:xfrm>
            <a:off x="2487706" y="1671918"/>
            <a:ext cx="0" cy="4001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CC62FC2-16B8-4405-A2B5-04C342663424}"/>
              </a:ext>
            </a:extLst>
          </p:cNvPr>
          <p:cNvCxnSpPr/>
          <p:nvPr/>
        </p:nvCxnSpPr>
        <p:spPr>
          <a:xfrm>
            <a:off x="4477871" y="1671918"/>
            <a:ext cx="0" cy="4001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86BE42E-D1CA-4AC2-B216-ECEA4ED4285D}"/>
              </a:ext>
            </a:extLst>
          </p:cNvPr>
          <p:cNvSpPr/>
          <p:nvPr/>
        </p:nvSpPr>
        <p:spPr>
          <a:xfrm>
            <a:off x="309282" y="2225609"/>
            <a:ext cx="2178422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F48FE9-DDA5-4AFA-BE34-4B4E2E9CA7ED}"/>
              </a:ext>
            </a:extLst>
          </p:cNvPr>
          <p:cNvSpPr txBox="1"/>
          <p:nvPr/>
        </p:nvSpPr>
        <p:spPr>
          <a:xfrm>
            <a:off x="403411" y="2225609"/>
            <a:ext cx="2084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spc="300" dirty="0">
                <a:solidFill>
                  <a:srgbClr val="00B0F0"/>
                </a:solidFill>
                <a:latin typeface="Bahnschrift" panose="020B0502040204020203" pitchFamily="34" charset="0"/>
              </a:rPr>
              <a:t>ASTRONOMY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1DD5FD8-6800-4122-98A6-5405B9A8AF3D}"/>
              </a:ext>
            </a:extLst>
          </p:cNvPr>
          <p:cNvCxnSpPr/>
          <p:nvPr/>
        </p:nvCxnSpPr>
        <p:spPr>
          <a:xfrm>
            <a:off x="2487704" y="2256387"/>
            <a:ext cx="0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0B94671-7AD4-47DC-9647-42F6F6226805}"/>
              </a:ext>
            </a:extLst>
          </p:cNvPr>
          <p:cNvSpPr txBox="1"/>
          <p:nvPr/>
        </p:nvSpPr>
        <p:spPr>
          <a:xfrm>
            <a:off x="403411" y="3321424"/>
            <a:ext cx="60377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dirty="0">
                <a:solidFill>
                  <a:srgbClr val="00B0F0"/>
                </a:solidFill>
                <a:latin typeface="Bahnschrift Condensed" panose="020B0502040204020203" pitchFamily="34" charset="0"/>
              </a:rPr>
              <a:t>S</a:t>
            </a:r>
            <a:r>
              <a:rPr lang="en-IN" sz="11500" dirty="0">
                <a:solidFill>
                  <a:srgbClr val="92D050"/>
                </a:solidFill>
                <a:latin typeface="Bahnschrift Condensed" panose="020B0502040204020203" pitchFamily="34" charset="0"/>
              </a:rPr>
              <a:t>M</a:t>
            </a:r>
            <a:r>
              <a:rPr lang="en-IN" sz="11500" dirty="0">
                <a:solidFill>
                  <a:srgbClr val="FFC000"/>
                </a:solidFill>
                <a:latin typeface="Bahnschrift Condensed" panose="020B0502040204020203" pitchFamily="34" charset="0"/>
              </a:rPr>
              <a:t>A</a:t>
            </a:r>
            <a:r>
              <a:rPr lang="en-IN" sz="115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R</a:t>
            </a:r>
            <a:r>
              <a:rPr lang="en-IN" sz="11500" dirty="0">
                <a:solidFill>
                  <a:srgbClr val="9933FF"/>
                </a:solidFill>
                <a:latin typeface="Bahnschrift Condensed" panose="020B0502040204020203" pitchFamily="34" charset="0"/>
              </a:rPr>
              <a:t>T</a:t>
            </a:r>
            <a:r>
              <a:rPr lang="en-IN" sz="11500" dirty="0">
                <a:latin typeface="Bahnschrift Condensed" panose="020B0502040204020203" pitchFamily="34" charset="0"/>
              </a:rPr>
              <a:t>  EVM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C613DA1-0460-4EC9-B1D7-055C73024458}"/>
              </a:ext>
            </a:extLst>
          </p:cNvPr>
          <p:cNvSpPr/>
          <p:nvPr/>
        </p:nvSpPr>
        <p:spPr>
          <a:xfrm>
            <a:off x="403411" y="3630706"/>
            <a:ext cx="5916707" cy="1344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85B800-1223-4996-8436-5262911E6DFD}"/>
              </a:ext>
            </a:extLst>
          </p:cNvPr>
          <p:cNvSpPr txBox="1"/>
          <p:nvPr/>
        </p:nvSpPr>
        <p:spPr>
          <a:xfrm>
            <a:off x="927847" y="6051176"/>
            <a:ext cx="35500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Bahnschrift Condensed" panose="020B0502040204020203" pitchFamily="34" charset="0"/>
              </a:rPr>
              <a:t>AYUSH  RAJ   8-ICSE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684862-A951-42C8-A1ED-A7B609D9CE2B}"/>
              </a:ext>
            </a:extLst>
          </p:cNvPr>
          <p:cNvSpPr/>
          <p:nvPr/>
        </p:nvSpPr>
        <p:spPr>
          <a:xfrm>
            <a:off x="927847" y="6051176"/>
            <a:ext cx="3550023" cy="8068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Touch screen icon vector logo design template 7526886 Vector Art at Vecteezy">
            <a:extLst>
              <a:ext uri="{FF2B5EF4-FFF2-40B4-BE49-F238E27FC236}">
                <a16:creationId xmlns:a16="http://schemas.microsoft.com/office/drawing/2014/main" id="{047BB509-A247-47D2-853A-001431204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860" y="7377921"/>
            <a:ext cx="956829" cy="873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Touch screen icon vector logo design template 7526886 Vector Art at Vecteezy">
            <a:extLst>
              <a:ext uri="{FF2B5EF4-FFF2-40B4-BE49-F238E27FC236}">
                <a16:creationId xmlns:a16="http://schemas.microsoft.com/office/drawing/2014/main" id="{0104056E-7AC2-4693-A714-D89AA075E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211" y="7377921"/>
            <a:ext cx="956829" cy="873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Touch screen icon vector logo design template 7526886 Vector Art at Vecteezy">
            <a:extLst>
              <a:ext uri="{FF2B5EF4-FFF2-40B4-BE49-F238E27FC236}">
                <a16:creationId xmlns:a16="http://schemas.microsoft.com/office/drawing/2014/main" id="{8226D141-9E8F-4EC7-9288-92A74E3B8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421" y="7377921"/>
            <a:ext cx="956829" cy="873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Touch screen icon vector logo design template 7526886 Vector Art at Vecteezy">
            <a:extLst>
              <a:ext uri="{FF2B5EF4-FFF2-40B4-BE49-F238E27FC236}">
                <a16:creationId xmlns:a16="http://schemas.microsoft.com/office/drawing/2014/main" id="{4AC6D8D1-0C62-4E3E-B286-4A70A3185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631" y="7377922"/>
            <a:ext cx="956829" cy="873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Touch screen icon vector logo design template 7526886 Vector Art at Vecteezy">
            <a:extLst>
              <a:ext uri="{FF2B5EF4-FFF2-40B4-BE49-F238E27FC236}">
                <a16:creationId xmlns:a16="http://schemas.microsoft.com/office/drawing/2014/main" id="{AF8A8BB8-3C01-4D3F-9884-5A122C41C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775" y="7377925"/>
            <a:ext cx="956829" cy="873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264065C-BA8D-4511-A00D-E558EC30E950}"/>
              </a:ext>
            </a:extLst>
          </p:cNvPr>
          <p:cNvSpPr/>
          <p:nvPr/>
        </p:nvSpPr>
        <p:spPr>
          <a:xfrm>
            <a:off x="1078860" y="7377921"/>
            <a:ext cx="5362279" cy="873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51B2DE-A57F-4E68-B0D8-307CBA12F764}"/>
              </a:ext>
            </a:extLst>
          </p:cNvPr>
          <p:cNvCxnSpPr/>
          <p:nvPr/>
        </p:nvCxnSpPr>
        <p:spPr>
          <a:xfrm>
            <a:off x="2035689" y="7377917"/>
            <a:ext cx="0" cy="873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8512F3A-E456-4FD8-A6EB-A16C0048AFA1}"/>
              </a:ext>
            </a:extLst>
          </p:cNvPr>
          <p:cNvCxnSpPr/>
          <p:nvPr/>
        </p:nvCxnSpPr>
        <p:spPr>
          <a:xfrm>
            <a:off x="3149040" y="7377917"/>
            <a:ext cx="0" cy="873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6C27690-6B96-45CD-BB9D-280865406162}"/>
              </a:ext>
            </a:extLst>
          </p:cNvPr>
          <p:cNvCxnSpPr/>
          <p:nvPr/>
        </p:nvCxnSpPr>
        <p:spPr>
          <a:xfrm>
            <a:off x="4357544" y="7377917"/>
            <a:ext cx="0" cy="873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D567451-D7ED-4D4C-BC10-B5ACE048A007}"/>
              </a:ext>
            </a:extLst>
          </p:cNvPr>
          <p:cNvCxnSpPr/>
          <p:nvPr/>
        </p:nvCxnSpPr>
        <p:spPr>
          <a:xfrm>
            <a:off x="5509511" y="7377917"/>
            <a:ext cx="0" cy="8738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Icon Representing Conversation Audio Feedback Ideal">
            <a:extLst>
              <a:ext uri="{FF2B5EF4-FFF2-40B4-BE49-F238E27FC236}">
                <a16:creationId xmlns:a16="http://schemas.microsoft.com/office/drawing/2014/main" id="{1A7C1FFE-6550-4356-ABDC-E8C73C739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34" y="8813056"/>
            <a:ext cx="15716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ifi Images - Free Download on Magnific">
            <a:extLst>
              <a:ext uri="{FF2B5EF4-FFF2-40B4-BE49-F238E27FC236}">
                <a16:creationId xmlns:a16="http://schemas.microsoft.com/office/drawing/2014/main" id="{68632035-8F13-4EBE-884A-2773C0BB9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274" y="8824525"/>
            <a:ext cx="1526981" cy="152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ebsite - Free web icons">
            <a:extLst>
              <a:ext uri="{FF2B5EF4-FFF2-40B4-BE49-F238E27FC236}">
                <a16:creationId xmlns:a16="http://schemas.microsoft.com/office/drawing/2014/main" id="{EE60713D-1867-4E06-9FFF-3104217FC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180" y="9019894"/>
            <a:ext cx="1202861" cy="120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37459A7-0FCC-4DEC-AA87-BAE59FE3DD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972260" y="4877341"/>
            <a:ext cx="2066129" cy="2678391"/>
          </a:xfrm>
          <a:prstGeom prst="rect">
            <a:avLst/>
          </a:prstGeom>
        </p:spPr>
      </p:pic>
      <p:pic>
        <p:nvPicPr>
          <p:cNvPr id="1036" name="Picture 12" descr="Desktop - Free computer icons">
            <a:extLst>
              <a:ext uri="{FF2B5EF4-FFF2-40B4-BE49-F238E27FC236}">
                <a16:creationId xmlns:a16="http://schemas.microsoft.com/office/drawing/2014/main" id="{E7546831-B26C-4469-9B4D-302044CAE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713" y="9019894"/>
            <a:ext cx="1202861" cy="120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21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Bahnschrift</vt:lpstr>
      <vt:lpstr>Bahnschrift Condensed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Sitaram</dc:creator>
  <cp:lastModifiedBy>Sitaram</cp:lastModifiedBy>
  <cp:revision>5</cp:revision>
  <dcterms:created xsi:type="dcterms:W3CDTF">2026-06-04T04:50:47Z</dcterms:created>
  <dcterms:modified xsi:type="dcterms:W3CDTF">2026-06-04T05:27:48Z</dcterms:modified>
</cp:coreProperties>
</file>